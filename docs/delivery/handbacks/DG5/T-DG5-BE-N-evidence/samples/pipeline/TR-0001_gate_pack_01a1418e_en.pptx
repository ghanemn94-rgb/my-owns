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G2 — TR-0001 G2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2026-10-16 00:53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01a1418e-1009-7578-a916-ce580835f726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7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Title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G2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define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not_submitted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sha256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7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Title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outcome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7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Ordinal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 en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 ar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count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count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g2.north_star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North Star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نجم الشمال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not_required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g2.outcome_tree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tree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شجرة النتائج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not_required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g2.kpi_definitions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KPI definitions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تعريفات مؤشرات الأداء الرئيسية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not_required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g2.target_trajectory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Target trajectory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مسار المستهدفات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not_required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g2.guardrails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Guardrails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الضوابط الاستراتيجية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not_required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7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Title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sha256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7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submitted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7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7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7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TR-0001</dc:title>
  <dc:subject>TR-0001 — Synthetic P2 transformation; snapshot 01a1418e-1009-7578-a916-ce580835f726</dc:subject>
  <dc:creator>Mobily Transformation Hub</dc:creator>
  <cp:lastModifiedBy>Mobily Transformation Hub</cp:lastModifiedBy>
  <cp:revision>1</cp:revision>
  <dcterms:created xsi:type="dcterms:W3CDTF">2026-10-15T21:53:11Z</dcterms:created>
  <dcterms:modified xsi:type="dcterms:W3CDTF">2026-10-15T21:53:11Z</dcterms:modified>
</cp:coreProperties>
</file>