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2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Mobily Transformation Hub</a:t>
            </a:r>
            <a:endParaRPr lang="ar-SA" sz="12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حزمة البوابة</a:t>
            </a:r>
            <a:endParaRPr lang="ar-SA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Mobily Transformation Hub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المنتج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حزمة البوابة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المخرَج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TR-0001 — Synthetic P2 transformation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التحول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G2 — TR-0001 G2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الموضوع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الفترة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2026-10-16 00:53 (Asia/Riyadh)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حتى تاريخ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01a1418e-1009-7578-a916-ce580835f726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معرّف اللقطة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مسودة — ليس تقريراً صادراً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الإصدار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playbook v1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إصدار المنهجية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لم يُقدَّم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اعتماد المصادر (مسجّلة، وليست اعتماداً)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1 من 7</a:t>
            </a:r>
            <a:endParaRPr lang="ar-SA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Title</a:t>
            </a:r>
            <a:endParaRPr lang="ar-SA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G2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Gate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define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Phase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draft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Status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not_submitted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Approval state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SP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Approver role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Submission no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Submitted at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Submitted by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Submission note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Due date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Snapshot sha256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2 من 7</a:t>
            </a:r>
            <a:endParaRPr lang="ar-SA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Title (تابع)</a:t>
            </a:r>
            <a:endParaRPr lang="ar-SA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Decision outcome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Decided at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Decided by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Rationale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3 من 7</a:t>
            </a:r>
            <a:endParaRPr lang="ar-SA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Criteria</a:t>
            </a:r>
            <a:endParaRPr lang="ar-SA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163016"/>
                <a:gridCol w="542741"/>
                <a:gridCol w="348905"/>
                <a:gridCol w="1163016"/>
                <a:gridCol w="348905"/>
                <a:gridCol w="542741"/>
                <a:gridCol w="542741"/>
                <a:gridCol w="542741"/>
                <a:gridCol w="1163016"/>
                <a:gridCol w="1163016"/>
                <a:gridCol w="542741"/>
                <a:gridCol w="348905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Review finding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Review recommendation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Unverified evidence count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Missing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Missing count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State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Verified evidence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Mandatory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Label ar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Label en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Criterion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Ordinal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not_required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mandatory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نجم الشمال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North Star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g2.north_star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not_required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mandatory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شجرة النتائج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Outcome tree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g2.outcome_tree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not_required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mandatory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تعريفات مؤشرات الأداء الرئيسية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KPI definitions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g2.kpi_definitions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3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not_required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mandatory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مسار المستهدفات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Target trajectory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g2.target_trajectory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4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not_required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mandatory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الضوابط الاستراتيجية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Guardrails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g2.guardrails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5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4 من 7</a:t>
            </a:r>
            <a:endParaRPr lang="ar-SA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Evidence</a:t>
            </a:r>
            <a:endParaRPr lang="ar-SA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018995"/>
                <a:gridCol w="605699"/>
                <a:gridCol w="942198"/>
                <a:gridCol w="942198"/>
                <a:gridCol w="942198"/>
                <a:gridCol w="942198"/>
                <a:gridCol w="2018995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Content sha256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Content revision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Review status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Verified at submission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Record type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Kind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Title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 gridSpan="7"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Not submitted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5 من 7</a:t>
            </a:r>
            <a:endParaRPr lang="ar-SA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تسميات التحقق</a:t>
            </a:r>
            <a:endParaRPr lang="ar-SA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متحقَّق منها من الجهة المالكة.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متحقَّق منه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مؤقتة: بانتظار التحقق أو الاعتماد؛ تُعرض وتُحتسب.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تتوفر قيمة؛ تبقى الخلية فارغة ولا تُعرض صفراً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غير محدَّثة؛ لا يُعرض رقم حالي.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لا تنطبق على هذا السجل.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الإجماليات المكتوبة كصيغ يحسبها الجدول من الصفوف أعلاه؛ النص لا يصبح صيغة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6 من 7</a:t>
            </a:r>
            <a:endParaRPr lang="ar-SA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حول هذا الملف</a:t>
            </a:r>
            <a:endParaRPr lang="ar-SA" sz="18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الخطوط: يسمّي هذا العرض خطَّي IBM Plex Sans Arabic وIBM Plex Sans (رخصة SIL Open Font License 1.1) دون تضمينهما؛ يعرض البرنامج الذي لا يتوفر فيه الخطّان خطاً بديلاً.</a:t>
            </a:r>
            <a:endParaRPr lang="ar-SA" sz="1100" dirty="0"/>
          </a:p>
        </p:txBody>
      </p:sp>
      <p:sp>
        <p:nvSpPr>
          <p:cNvPr id="4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7 من 7</a:t>
            </a:r>
            <a:endParaRPr lang="ar-SA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حزمة البوابة — TR-0001</dc:title>
  <dc:subject>TR-0001 — Synthetic P2 transformation; snapshot 01a1418e-1009-7578-a916-ce580835f726</dc:subject>
  <dc:creator>Mobily Transformation Hub</dc:creator>
  <cp:lastModifiedBy>Mobily Transformation Hub</cp:lastModifiedBy>
  <cp:revision>1</cp:revision>
  <dcterms:created xsi:type="dcterms:W3CDTF">2026-10-15T21:53:11Z</dcterms:created>
  <dcterms:modified xsi:type="dcterms:W3CDTF">2026-10-15T21:53:11Z</dcterms:modified>
</cp:coreProperties>
</file>