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Registers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Registers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TR-001 — Synthetic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TR-001 — Synthetic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 13:00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0190a000-0000-7000-8000-0000000000aa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5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RAID register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1308608"/>
                <a:gridCol w="2804160"/>
                <a:gridCol w="1495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Exposure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RAID-014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تأخر مورد التجوال RAID-014 يؤثر على إيرادات الشركاء بقيمة 1,250.50 (مؤقت)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1,250.5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RAID-015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roaming partner settlement delay (provisional exposure)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-200.25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RAID-016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خطر تقني في منصة الفوترة؛ لا تتوفر قيمة بعد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RAID-017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=HYPERLINK("http://x","y") stays text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5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5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5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5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Registers — TR-001</dc:title>
  <dc:subject>TR-001 — Synthetic roaming transformation; snapshot 0190a000-0000-7000-8000-0000000000aa</dc:subject>
  <dc:creator>Mobily Transformation Hub</dc:creator>
  <cp:lastModifiedBy>Mobily Transformation Hub</cp:lastModifiedBy>
  <cp:revision>1</cp:revision>
  <dcterms:created xsi:type="dcterms:W3CDTF">2026-10-15T21:52:27Z</dcterms:created>
  <dcterms:modified xsi:type="dcterms:W3CDTF">2026-10-15T21:52:27Z</dcterms:modified>
</cp:coreProperties>
</file>