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ROAMING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2026-10-18 17:35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01a14f70-bd87-7128-875c-6da8fa45728b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2026-05-21T07:00:00.000Z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b8382f9c0d4d54663c73eff83e1bb1956b87c1dee19f37a6f10883cb748aadd7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2026-05-22T07:00:00.000Z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01a14f70-bd87-7128-875c-6da8fa45728b</dc:subject>
  <dc:creator>Mobily Transformation Hub</dc:creator>
  <cp:lastModifiedBy>Mobily Transformation Hub</cp:lastModifiedBy>
  <cp:revision>1</cp:revision>
  <dcterms:created xsi:type="dcterms:W3CDTF">2026-10-18T14:36:10Z</dcterms:created>
  <dcterms:modified xsi:type="dcterms:W3CDTF">2026-10-18T14:36:10Z</dcterms:modified>
</cp:coreProperties>
</file>