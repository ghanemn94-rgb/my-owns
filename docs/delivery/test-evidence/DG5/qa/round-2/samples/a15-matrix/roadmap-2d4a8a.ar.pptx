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01a16ee6-b877-705e-a96b-9a0f4a2d4a8a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توجد سجلات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TR-0001</dc:title>
  <dc:subject>TR-0001 — Synthetic P2 transformation; snapshot 01a16ee6-b877-705e-a96b-9a0f4a2d4a8a</dc:subject>
  <dc:creator>Mobily Transformation Hub</dc:creator>
  <cp:lastModifiedBy>Mobily Transformation Hub</cp:lastModifiedBy>
  <cp:revision>1</cp:revision>
  <dcterms:created xsi:type="dcterms:W3CDTF">2026-10-24T17:13:08Z</dcterms:created>
  <dcterms:modified xsi:type="dcterms:W3CDTF">2026-10-24T17:13:08Z</dcterms:modified>
</cp:coreProperties>
</file>