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الحزمة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الحزمة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2041-05 (2041-05-01 – 2041-05-31)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2026-10-24 20:12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01a16ee6-b8dd-750c-a216-d12a66cdfd1a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9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9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9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9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WS-01 QA-A15 synthetic workstream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يوجد 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9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9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9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9</a:t>
            </a:r>
            <a:endParaRPr lang="ar-SA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9 من 9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الحزمة التنفيذية — TR-0001</dc:title>
  <dc:subject>TR-0001 — Synthetic P2 transformation; snapshot 01a16ee6-b8dd-750c-a216-d12a66cdfd1a</dc:subject>
  <dc:creator>Mobily Transformation Hub</dc:creator>
  <cp:lastModifiedBy>Mobily Transformation Hub</cp:lastModifiedBy>
  <cp:revision>1</cp:revision>
  <dcterms:created xsi:type="dcterms:W3CDTF">2026-10-24T17:13:13Z</dcterms:created>
  <dcterms:modified xsi:type="dcterms:W3CDTF">2026-10-24T17:13:13Z</dcterms:modified>
</cp:coreProperties>
</file>