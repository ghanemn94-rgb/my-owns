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حزمة الاجتماع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حزمة الاجتماع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TR-0002 — Synthetic P2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2026-11-03 — Executive SteerCo 2026-11-03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2026-10-24 20:12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01a16ee6-bd43-7002-a17f-a11c1c0b1972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9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الاجتماع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Executive SteerCo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المنتدى (بالإنجليزية)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اللجنة التوجيهية التنفيذية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المنتدى (بالعربية)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2026-11-03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التاريخ المحدد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2026-11-03T06:00:00.000Z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يبدأ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2026-11-03T07:00:00.000Z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ينتهي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Asia/Riyadh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المنطقة الزمنية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المكان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مجدول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الاجتماع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u.84c525747b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رئيس الاجتماع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9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الاجتماع (تابع)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أمين السر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النصاب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الحاضرون (المحتسبون في النصاب)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2026-11-01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الإقفال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عُقد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9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جدول الأعمال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66225"/>
                <a:gridCol w="1213338"/>
                <a:gridCol w="566225"/>
                <a:gridCol w="566225"/>
                <a:gridCol w="566225"/>
                <a:gridCol w="364002"/>
                <a:gridCol w="1213338"/>
                <a:gridCol w="1213338"/>
                <a:gridCol w="1213338"/>
                <a:gridCol w="566225"/>
                <a:gridCol w="364002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القرار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 المرتبط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المُخرَج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البند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بند متأخر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المدة (بالدقائق)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المقدِّم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الوصف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بند جدول الأعمال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نوع البند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مفتوح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DEC-01 Synthetic: choose the billing platform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منشور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Synthetic: billing platform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طلب قرار تنفيذي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Synthetic: data-centre move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طلب قرار تنفيذي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9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طلبات القرار التنفيذية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439458"/>
                <a:gridCol w="282509"/>
                <a:gridCol w="376678"/>
                <a:gridCol w="941696"/>
                <a:gridCol w="941696"/>
                <a:gridCol w="941696"/>
                <a:gridCol w="941696"/>
                <a:gridCol w="941696"/>
                <a:gridCol w="941696"/>
                <a:gridCol w="941696"/>
                <a:gridCol w="439458"/>
                <a:gridCol w="28250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القرار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العناصر غير المذكورة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مطلوب بحلول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صاحب القرار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أثر التأخير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التوصية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الخيارات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لماذا الآن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 المطلوب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 المرتبط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المصدر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مفتوح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2026-11-08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u.84c525747b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Synthetic: the discount is lost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A. Migrate now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A. Migrate now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B. Wait for the next release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Synthetic: the vendor's offer expires this month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Synthetic: choose the billing platform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DEC-01 Synthetic: choose the billing platform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سجل القرارات التنفيذية (T16)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2026-11-08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u.84c525747b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A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Only one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Synthetic: the vendor's offer expires this month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Synthetic: choose the billing platform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الموجز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9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القرارات المرتبطة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807978"/>
                <a:gridCol w="1425844"/>
                <a:gridCol w="570338"/>
                <a:gridCol w="1425844"/>
                <a:gridCol w="665394"/>
                <a:gridCol w="665394"/>
                <a:gridCol w="1425844"/>
                <a:gridCol w="1425844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تقرَّر في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النتيجة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صاحب القرار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القرار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النوع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الرمز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2026-11-08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u.84c525747b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مفتوح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قرار تنفيذي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Synthetic: choose the billing platform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DEC-01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9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الإجراءات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77747"/>
                <a:gridCol w="1177747"/>
                <a:gridCol w="1009498"/>
                <a:gridCol w="2523744"/>
                <a:gridCol w="2523744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الارتباط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الإجراء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كُلِّف به في الاجتماع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مفتوح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u.ac54ceb649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Synthetic: prepare the vendor comparison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9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9</a:t>
            </a:r>
            <a:endParaRPr lang="ar-SA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9 من 9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حزمة الاجتماع — TR-0002</dc:title>
  <dc:subject>TR-0002 — Synthetic P2 transformation; snapshot 01a16ee6-bd43-7002-a17f-a11c1c0b1972</dc:subject>
  <dc:creator>Mobily Transformation Hub</dc:creator>
  <cp:lastModifiedBy>Mobily Transformation Hub</cp:lastModifiedBy>
  <cp:revision>1</cp:revision>
  <dcterms:created xsi:type="dcterms:W3CDTF">2026-10-24T17:13:20Z</dcterms:created>
  <dcterms:modified xsi:type="dcterms:W3CDTF">2026-10-24T17:13:20Z</dcterms:modified>
</cp:coreProperties>
</file>