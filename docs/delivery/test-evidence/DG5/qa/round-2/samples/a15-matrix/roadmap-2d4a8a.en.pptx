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 roadmap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roadmap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01a16ee6-b877-705e-a96b-9a0f4a2d4a8a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 applicable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7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Waves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1157681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(English)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 (Arabic)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wave_0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0 — Mobilize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0 — التعبئة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Baseline, governance, design decisions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الأساسي، والحوكمة، وقرارات التصميم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wave_1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1 — Prove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1 — الإثبات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Quick wins / pilots / de-risking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مكاسب سريعة / تجارب / تقليل المخاطر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wave_2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2 — Scale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2 — التوسّع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Scale validated changes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توسيع التغييرات المُتحقق منها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wave_3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 3 — Embed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الموجة 3 — الترسيخ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 integration / optimization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الدمج في العمليات الاعتيادية / التحسين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7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Initiatives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57681"/>
                <a:gridCol w="1157681"/>
                <a:gridCol w="1157681"/>
                <a:gridCol w="1157681"/>
                <a:gridCol w="1157681"/>
                <a:gridCol w="1157681"/>
                <a:gridCol w="463072"/>
                <a:gridCol w="463072"/>
                <a:gridCol w="5402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Workstream lead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start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Planned end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9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7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Milestones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484555"/>
                <a:gridCol w="1484555"/>
                <a:gridCol w="1484555"/>
                <a:gridCol w="593822"/>
                <a:gridCol w="593822"/>
                <a:gridCol w="593822"/>
                <a:gridCol w="1484555"/>
                <a:gridCol w="6927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Title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date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7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Dependencies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328286"/>
                <a:gridCol w="1328286"/>
                <a:gridCol w="1328286"/>
                <a:gridCol w="619867"/>
                <a:gridCol w="1328286"/>
                <a:gridCol w="531315"/>
                <a:gridCol w="1328286"/>
                <a:gridCol w="61986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Code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From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 initiative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Description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Needed by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 gridSpan="8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records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7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7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7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roadmap — TR-0001</dc:title>
  <dc:subject>TR-0001 — Synthetic P2 transformation; snapshot 01a16ee6-b877-705e-a96b-9a0f4a2d4a8a</dc:subject>
  <dc:creator>Mobily Transformation Hub</dc:creator>
  <cp:lastModifiedBy>Mobily Transformation Hub</cp:lastModifiedBy>
  <cp:revision>1</cp:revision>
  <dcterms:created xsi:type="dcterms:W3CDTF">2026-10-24T17:13:08Z</dcterms:created>
  <dcterms:modified xsi:type="dcterms:W3CDTF">2026-10-24T17:13:08Z</dcterms:modified>
</cp:coreProperties>
</file>