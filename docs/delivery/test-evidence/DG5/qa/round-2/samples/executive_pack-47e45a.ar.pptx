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منصة موبايلي للتحوّل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منصة موبايلي للتحوّل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2026-10-26 05:13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01a175fb-98fb-72ea-8671-82cc1e47e45a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WS-01 QA-A15 synthetic workstream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يوجد 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منصة موبايلي للتحوّل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TR-0001</dc:title>
  <dc:subject>TR-0001 — Synthetic P2 transformation; snapshot 01a175fb-98fb-72ea-8671-82cc1e47e45a</dc:subject>
  <dc:creator>منصة موبايلي للتحوّل</dc:creator>
  <cp:lastModifiedBy>منصة موبايلي للتحوّل</cp:lastModifiedBy>
  <cp:revision>1</cp:revision>
  <dcterms:created xsi:type="dcterms:W3CDTF">2026-10-26T02:13:27Z</dcterms:created>
  <dcterms:modified xsi:type="dcterms:W3CDTF">2026-10-26T02:13:27Z</dcterms:modified>
</cp:coreProperties>
</file>