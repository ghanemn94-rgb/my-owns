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17:35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01a14f70-bf06-743b-9aac-5ce0ac1f5872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business case, Finance validation, roadmap, owners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3b423e132de99fd9a13467912864fb368410fded420351147903cb1b417552b4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Finance validated the business case baseline and the three formulas; initiative selection and ranking are covered by the accepted exceptions and their compensating action.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Covered by an accepted gate exception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g4.portfolio_empty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Covered by an accepted gate exception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g4.prioritization_missing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01a14f70-bf06-743b-9aac-5ce0ac1f5872</dc:subject>
  <dc:creator>Mobily Transformation Hub</dc:creator>
  <cp:lastModifiedBy>Mobily Transformation Hub</cp:lastModifiedBy>
  <cp:revision>1</cp:revision>
  <dcterms:created xsi:type="dcterms:W3CDTF">2026-10-18T14:36:13Z</dcterms:created>
  <dcterms:modified xsi:type="dcterms:W3CDTF">2026-10-18T14:36:13Z</dcterms:modified>
</cp:coreProperties>
</file>