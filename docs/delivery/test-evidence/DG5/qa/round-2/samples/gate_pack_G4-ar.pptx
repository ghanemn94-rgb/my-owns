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G4 — ROAMING G4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2026-10-18 17:35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01a14f70-bf06-743b-9aac-5ce0ac1f5872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التعبئة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2026-06-08T07:00:00.000Z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Mobilization: business case, Finance validation, roadmap, owners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3b423e132de99fd9a13467912864fb368410fded420351147903cb1b417552b4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2026-06-10T07:00:00.000Z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The portfolio is executable and value-backed: Finance validated the business case baseline and the three formulas; initiative selection and ranking are covered by the accepted exceptions and their compensating action. Proceed to Transform. (Synthetic decision of 2026-06-10.)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g4.portfolio_empty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مشمول باستثناء بوابة مقبول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بطاقات المبادرات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Initiative cards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بطاقات المبادرات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دراسات الجدوى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Business cases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دراسات الجدوى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التحقق المالي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Finance validation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التحقق المالي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g4.prioritization_missing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مشمول باستثناء بوابة مقبول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تحديد الأولويات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Prioritization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تحديد الأولويات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خريطة الطريق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Roadmap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خريطة الطريق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المالكون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Owners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المالكون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التمويل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Funding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التمويل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الطاقة الاستيعابية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Capacity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الطاقة الاستيعابية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8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01a14f70-bf06-743b-9aac-5ce0ac1f5872</dc:subject>
  <dc:creator>Mobily Transformation Hub</dc:creator>
  <cp:lastModifiedBy>Mobily Transformation Hub</cp:lastModifiedBy>
  <cp:revision>1</cp:revision>
  <dcterms:created xsi:type="dcterms:W3CDTF">2026-10-18T14:36:13Z</dcterms:created>
  <dcterms:modified xsi:type="dcterms:W3CDTF">2026-10-18T14:36:13Z</dcterms:modified>
</cp:coreProperties>
</file>