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2026-10-22 09:58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01a16267-7cb9-7559-8938-8ba5f626524e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32156255eef7a01906ea624300c77f711dddce50922f81fa8542edb164a1fac7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01a16267-7cb9-7559-8938-8ba5f626524e</dc:subject>
  <dc:creator>Mobily Transformation Hub</dc:creator>
  <cp:lastModifiedBy>Mobily Transformation Hub</cp:lastModifiedBy>
  <cp:revision>1</cp:revision>
  <dcterms:created xsi:type="dcterms:W3CDTF">2026-10-22T06:58:55Z</dcterms:created>
  <dcterms:modified xsi:type="dcterms:W3CDTF">2026-10-22T06:58:55Z</dcterms:modified>
</cp:coreProperties>
</file>