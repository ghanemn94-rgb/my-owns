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حزمة البوابة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حزمة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— International Roaming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G1 — ROAMING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2026-10-22 09:58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01a16267-7a5c-708c-9d8b-38adbc7e5e71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8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 G1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المرحلة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البوابة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الاعتماد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الراعي التنفيذي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دور المعتمِد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رقم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2026-05-21T07:00:00.000Z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قُدِّم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roaming.user.tl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قدَّمه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8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البوابة (تابع)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Change: diagnostic, baseline, root causes and value pools (synthetic demonstration). Synthetic demonstration - approves nothing real / عرض توضيحي اصطناعي - لا يعتمد أي شيء حقيقي.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تاريخ الاستحقاق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b8382f9c0d4d54663c73eff83e1bb1956b87c1dee19f37a6f10883cb748aadd7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 للقطة التقديم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معتمد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2026-05-22T07:00:00.000Z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تقرَّر في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roaming.user.sp (synthetic)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قرَّره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Synthetic demonstration - approves nothing real / عرض توضيحي اصطناعي - لا يعتمد أي شيء حقيقي. We agree on the problem: roaming value leaks through low activation, high complaints and partner cost pressure; the attach-rate baseline is measured and the value pools are material. Proceed to Define. (Synthetic decision of 2026-05-22.)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المسوِّغ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8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Diagnostic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التشخيص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Baseline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الخط الأساسي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Root causes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الأسباب الجذرية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3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Value pools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مجمّعات القيمة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4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Case for change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مبررات التغيير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5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8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المعايير (تابع)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1163016"/>
                <a:gridCol w="542741"/>
                <a:gridCol w="348905"/>
                <a:gridCol w="1163016"/>
                <a:gridCol w="348905"/>
                <a:gridCol w="542741"/>
                <a:gridCol w="542741"/>
                <a:gridCol w="542741"/>
                <a:gridCol w="1163016"/>
                <a:gridCol w="1163016"/>
                <a:gridCol w="542741"/>
                <a:gridCol w="34890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توصية المراجعة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بنود الأدلة غير المتحقَّق منها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الناقص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البنود الناقصة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الحالة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الدليل المتحقَّق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(بالعربية)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 (بالإنجليزية)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المعيار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الرقم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مكتمل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يلزم دليل متحقَّق منه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إلزامي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Initial charter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الميثاق الأولي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6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7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7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8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الأدلة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605699"/>
                <a:gridCol w="942198"/>
                <a:gridCol w="942198"/>
                <a:gridCol w="942198"/>
                <a:gridCol w="942198"/>
                <a:gridCol w="2018995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بصمة SHA-256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مراجعة المحتوى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المراجعة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يدعم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النوع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البوابة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 عند التقديم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بند تشخيص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ملاحظة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Roaming diagnostic pack, May 2026 (synthetic)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80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80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8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8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0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700" b="1" dirty="0">
                <a:solidFill>
                  <a:srgbClr val="7A4B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 توضيحي — اصطناعي</a:t>
            </a:r>
            <a:endParaRPr lang="ar-SA" sz="700" dirty="0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8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حزمة البوابة — ROAMING</dc:title>
  <dc:subject>ROAMING — International Roaming Transformation; snapshot 01a16267-7a5c-708c-9d8b-38adbc7e5e71</dc:subject>
  <dc:creator>Mobily Transformation Hub</dc:creator>
  <cp:lastModifiedBy>Mobily Transformation Hub</cp:lastModifiedBy>
  <cp:revision>1</cp:revision>
  <dcterms:created xsi:type="dcterms:W3CDTF">2026-10-22T06:58:52Z</dcterms:created>
  <dcterms:modified xsi:type="dcterms:W3CDTF">2026-10-22T06:58:52Z</dcterms:modified>
</cp:coreProperties>
</file>