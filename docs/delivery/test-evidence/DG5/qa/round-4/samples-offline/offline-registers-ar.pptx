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TR-001 — Synthetic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TR-001 — Synthetic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 13:00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0190a000-0000-7000-8000-0000000000aa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5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Title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95552"/>
                <a:gridCol w="2804160"/>
                <a:gridCol w="1308608"/>
                <a:gridCol w="280416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Amount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Description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Type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Code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1,250,000.5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roaming bill shock complaints / اصطناعي: شكاوى صدمة فاتورة التجوال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risk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RAID-001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300,000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اصطناعي: تأخر تفعيل باقات التجوال في التطبيق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risk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RAID-002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risk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RAID-003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5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Filters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open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Status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5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5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5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السجلات — TR-001</dc:title>
  <dc:subject>TR-001 — Synthetic roaming transformation; snapshot 0190a000-0000-7000-8000-0000000000aa</dc:subject>
  <dc:creator>Mobily Transformation Hub</dc:creator>
  <cp:lastModifiedBy>Mobily Transformation Hub</cp:lastModifiedBy>
  <cp:revision>1</cp:revision>
  <dcterms:created xsi:type="dcterms:W3CDTF">2026-10-20T08:26:46Z</dcterms:created>
  <dcterms:modified xsi:type="dcterms:W3CDTF">2026-10-20T08:26:46Z</dcterms:modified>
</cp:coreProperties>
</file>