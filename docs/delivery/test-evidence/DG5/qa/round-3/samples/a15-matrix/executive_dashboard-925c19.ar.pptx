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لوحة التحول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لوحة التحول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2041-05 (2041-05-01 – 2041-05-31)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03:48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01a17088-3d4b-719d-945a-01a1df925c19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16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لوحة المعلومات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العمل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Asia/Riyadh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المنطقة الزمنية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السياسة الافتراضية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سياسة حالة الأداء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16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النتائج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16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16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القيمة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16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16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المحفظة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16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16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16</a:t>
            </a:r>
            <a:endParaRPr lang="ar-SA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10 من 16</a:t>
            </a:r>
            <a:endParaRPr lang="ar-SA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القرارات</a:t>
            </a:r>
            <a:endParaRPr lang="ar-SA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11 من 16</a:t>
            </a:r>
            <a:endParaRPr lang="ar-SA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12 من 16</a:t>
            </a:r>
            <a:endParaRPr lang="ar-SA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الأفراد والتبني</a:t>
            </a:r>
            <a:endParaRPr lang="ar-SA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13 من 16</a:t>
            </a:r>
            <a:endParaRPr lang="ar-SA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14 من 16</a:t>
            </a:r>
            <a:endParaRPr lang="ar-SA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15 من 16</a:t>
            </a:r>
            <a:endParaRPr lang="ar-SA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16 من 16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لوحة التحول التنفيذية — TR-0001</dc:title>
  <dc:subject>TR-0001 — Synthetic P2 transformation; snapshot 01a17088-3d4b-719d-945a-01a1df925c19</dc:subject>
  <dc:creator>Mobily Transformation Hub</dc:creator>
  <cp:lastModifiedBy>Mobily Transformation Hub</cp:lastModifiedBy>
  <cp:revision>1</cp:revision>
  <dcterms:created xsi:type="dcterms:W3CDTF">2026-10-25T00:49:16Z</dcterms:created>
  <dcterms:modified xsi:type="dcterms:W3CDTF">2026-10-25T00:49:16Z</dcterms:modified>
</cp:coreProperties>
</file>