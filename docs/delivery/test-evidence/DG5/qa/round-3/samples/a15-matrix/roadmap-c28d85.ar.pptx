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خارطة الطريق بالموجات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خارطة الطريق بالموجات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—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—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2026-10-25 03:48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01a17088-3d11-72da-85c3-a90b34c28d85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7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الموجات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40251"/>
                <a:gridCol w="1157681"/>
                <a:gridCol w="463072"/>
                <a:gridCol w="463072"/>
                <a:gridCol w="1157681"/>
                <a:gridCol w="1157681"/>
                <a:gridCol w="1157681"/>
                <a:gridCol w="1157681"/>
                <a:gridCol w="1157681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النهاية المخططة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البداية المخططة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الغرض (بالعربية)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الغرض (بالإنجليزية)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الاسم (بالعربية)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الاسم (بالإنجليزية)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نشطة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الأساسي، والحوكمة، وقرارات التصميم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Baseline, governance, design decisions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 0 — التعبئة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 0 — Mobilize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wave_0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نشطة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مكاسب سريعة / تجارب / تقليل المخاطر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Quick wins / pilots / de-risking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 1 — الإثبات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 1 — Prove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نشطة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توسيع التغييرات المُتحقق منها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Scale validated changes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 2 — التوسّع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 2 — Scale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wave_2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نشطة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الدمج في العمليات الاعتيادية / التحسين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BAU integration / optimization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 3 — الترسيخ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 3 — Embed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7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المبادرات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40251"/>
                <a:gridCol w="463072"/>
                <a:gridCol w="463072"/>
                <a:gridCol w="1157681"/>
                <a:gridCol w="1157681"/>
                <a:gridCol w="1157681"/>
                <a:gridCol w="1157681"/>
                <a:gridCol w="1157681"/>
                <a:gridCol w="1157681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النهاية المخططة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البداية المخططة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الهدف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قائد مسار العمل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المالك التنفيذي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9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توجد سجلات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7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المعالم الرئيسية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692792"/>
                <a:gridCol w="1484555"/>
                <a:gridCol w="593822"/>
                <a:gridCol w="593822"/>
                <a:gridCol w="593822"/>
                <a:gridCol w="1484555"/>
                <a:gridCol w="1484555"/>
                <a:gridCol w="148455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التاريخ الفعلي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التاريخ المتوقع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التاريخ المعتمد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العنوان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المبادرة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8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توجد سجلات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7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الاعتماديات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619867"/>
                <a:gridCol w="1328286"/>
                <a:gridCol w="531315"/>
                <a:gridCol w="1328286"/>
                <a:gridCol w="619867"/>
                <a:gridCol w="1328286"/>
                <a:gridCol w="1328286"/>
                <a:gridCol w="1328286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مطلوب بحلول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الوصف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إلى المبادرة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من المبادرة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8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توجد سجلات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7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7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7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خارطة الطريق بالموجات — TR-0001</dc:title>
  <dc:subject>TR-0001 — Synthetic P2 transformation; snapshot 01a17088-3d11-72da-85c3-a90b34c28d85</dc:subject>
  <dc:creator>Mobily Transformation Hub</dc:creator>
  <cp:lastModifiedBy>Mobily Transformation Hub</cp:lastModifiedBy>
  <cp:revision>1</cp:revision>
  <dcterms:created xsi:type="dcterms:W3CDTF">2026-10-25T00:49:12Z</dcterms:created>
  <dcterms:modified xsi:type="dcterms:W3CDTF">2026-10-25T00:49:12Z</dcterms:modified>
</cp:coreProperties>
</file>