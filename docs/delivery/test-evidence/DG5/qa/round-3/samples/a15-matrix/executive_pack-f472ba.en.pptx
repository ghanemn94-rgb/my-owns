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Executive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2041-05 (2041-05-01 – 2041-05-31)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2026-10-25 03:48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01a17088-3d78-75f4-b04d-99c1cbf472ba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9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update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update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9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&amp; adoption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9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Overdue 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Adoption indicators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risks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assumptions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issues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 (RAID)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9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Owner update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WS-01 QA-A15 synthetic workstream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owner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update 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9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Portfolio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Green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People &amp; adoption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Outcome KPIs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 value (profit and cash)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Top initiatives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9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metrics (continued)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risks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assumptions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issues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 dependencies (RAID)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9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9</a:t>
            </a:r>
            <a:endParaRPr lang="en-GB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9 of 9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pack — TR-0001</dc:title>
  <dc:subject>TR-0001 — Synthetic P2 transformation; snapshot 01a17088-3d78-75f4-b04d-99c1cbf472ba</dc:subject>
  <dc:creator>Mobily Transformation Hub</dc:creator>
  <cp:lastModifiedBy>Mobily Transformation Hub</cp:lastModifiedBy>
  <cp:revision>1</cp:revision>
  <dcterms:created xsi:type="dcterms:W3CDTF">2026-10-25T00:49:18Z</dcterms:created>
  <dcterms:modified xsi:type="dcterms:W3CDTF">2026-10-25T00:49:18Z</dcterms:modified>
</cp:coreProperties>
</file>