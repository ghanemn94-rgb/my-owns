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TR-0002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2026-11-04 — Executive SteerCo 2026-11-04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03:49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01a17088-41c3-771b-9891-d5e51cf38e7d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(English)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SteerCo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(Arabic)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اللجنة التوجيهية التنفيذية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2026-11-04T06:00:00.000Z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2026-11-04T07:00:00.000Z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Chair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u.b8c8c3fcde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Secretary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Quorum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 (counting for quorum)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Cut-off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64002"/>
                <a:gridCol w="566225"/>
                <a:gridCol w="1213338"/>
                <a:gridCol w="1213338"/>
                <a:gridCol w="1213338"/>
                <a:gridCol w="364002"/>
                <a:gridCol w="566225"/>
                <a:gridCol w="566225"/>
                <a:gridCol w="566225"/>
                <a:gridCol w="1213338"/>
                <a:gridCol w="5662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type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Agenda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Duration (minutes)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Published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data-centre move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asks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82509"/>
                <a:gridCol w="43945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376678"/>
                <a:gridCol w="282509"/>
                <a:gridCol w="4394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Source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 of delay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 by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Elements not stated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 log (T16)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B. Wait for the next release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discount is lost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u.b8c8c3fcde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2026-11-09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brief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one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u.b8c8c3fcde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2026-11-09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 decisions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25844"/>
                <a:gridCol w="1425844"/>
                <a:gridCol w="665394"/>
                <a:gridCol w="665394"/>
                <a:gridCol w="1425844"/>
                <a:gridCol w="570338"/>
                <a:gridCol w="1425844"/>
                <a:gridCol w="8079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u.b8c8c3fcde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2026-11-09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523744"/>
                <a:gridCol w="2523744"/>
                <a:gridCol w="1009498"/>
                <a:gridCol w="1177747"/>
                <a:gridCol w="11777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prepare the vendor comparison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u.0a6f551191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Assigned in the meeting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pack — TR-0002</dc:title>
  <dc:subject>TR-0002 — Synthetic P2 transformation; snapshot 01a17088-41c3-771b-9891-d5e51cf38e7d</dc:subject>
  <dc:creator>Mobily Transformation Hub</dc:creator>
  <cp:lastModifiedBy>Mobily Transformation Hub</cp:lastModifiedBy>
  <cp:revision>1</cp:revision>
  <dcterms:created xsi:type="dcterms:W3CDTF">2026-10-25T00:49:25Z</dcterms:created>
  <dcterms:modified xsi:type="dcterms:W3CDTF">2026-10-25T00:49:25Z</dcterms:modified>
</cp:coreProperties>
</file>