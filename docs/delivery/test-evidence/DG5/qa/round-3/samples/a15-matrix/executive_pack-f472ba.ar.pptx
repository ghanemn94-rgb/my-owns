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2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Mobily Transformation Hub</a:t>
            </a:r>
            <a:endParaRPr lang="ar-SA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الحزمة التنفيذية</a:t>
            </a:r>
            <a:endParaRPr lang="ar-SA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Mobily Transformation Hub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المنتج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الحزمة التنفيذية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المخرَج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—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2041-05 (2041-05-01 – 2041-05-31)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الفترة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2026-10-25 03:48 (Asia/Riyadh)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حتى تاريخ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01a17088-3d78-75f4-b04d-99c1cbf472ba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معرّف اللقطة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مسودة — ليس تقريراً صادراً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الإصدار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playbook v1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إصدار المنهجية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حالة اعتماد المصادر (مسجّلة، وليست اعتماداً)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1 من 9</a:t>
            </a:r>
            <a:endParaRPr lang="ar-SA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TR-0001 Synthetic P2 transformation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2 من 9</a:t>
            </a:r>
            <a:endParaRPr lang="ar-SA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3 من 9</a:t>
            </a:r>
            <a:endParaRPr lang="ar-SA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 المتأخرة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التبنّي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1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4 من 9</a:t>
            </a:r>
            <a:endParaRPr lang="ar-SA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تحديث المسؤول</a:t>
            </a:r>
            <a:endParaRPr lang="ar-SA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WS-01 QA-A15 synthetic workstream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الموضوع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يوجد 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المسؤول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لم يُقدَّم 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التحديث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5 من 9</a:t>
            </a:r>
            <a:endParaRPr lang="ar-SA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</a:t>
            </a:r>
            <a:endParaRPr lang="ar-SA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المحفظة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أخضر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القرارات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الأفراد والتبني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مؤشرات أداء النتائج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المعتمدة (الربح والنقد)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أهم المبادرات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6 من 9</a:t>
            </a:r>
            <a:endParaRPr lang="ar-SA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المؤشرات الحالية (تابع)</a:t>
            </a:r>
            <a:endParaRPr lang="ar-SA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b="1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البند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المخاطر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الافتراضات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المشكلات المفتوحة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0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الاعتماديات المفتوحة (في سجل المخاطر)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7 من 9</a:t>
            </a:r>
            <a:endParaRPr lang="ar-SA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تسميات التحقق</a:t>
            </a:r>
            <a:endParaRPr lang="ar-SA" sz="1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5938221"/>
                <a:gridCol w="2474259"/>
              </a:tblGrid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متحقَّق منها من الجهة المالكة.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متحقَّق منه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مؤقتة: بانتظار التحقق أو الاعتماد؛ تُعرض وتُحتسب.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مؤقت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تتوفر قيمة؛ تبقى الخلية فارغة ولا تُعرض صفراً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غير معروف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غير محدَّثة؛ لا يُعرض رقم حالي.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قديم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القيمة لا تنطبق على هذا السجل.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لا ينطبق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r>
                        <a:rPr lang="ar-SA" altLang="en-US" sz="950" dirty="0">
                          <a:solidFill>
                            <a:srgbClr val="1A1F36"/>
                          </a:solidFill>
                          <a:latin typeface="IBM Plex Sans Arabic" pitchFamily="34" charset="0"/>
                          <a:ea typeface="IBM Plex Sans Arabic" pitchFamily="34" charset="-122"/>
                          <a:cs typeface="IBM Plex Sans Arabic" pitchFamily="34" charset="-120"/>
                        </a:rPr>
                        <a:t>الإجماليات المكتوبة كصيغ يحسبها الجدول من الصفوف أعلاه؛ النص لا يصبح صيغة أبداً.</a:t>
                      </a: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rtl="1" algn="r" indent="0" marL="0">
                        <a:buNone/>
                      </a:pPr>
                      <a:endParaRPr lang="ar-SA" sz="950" dirty="0">
                        <a:latin typeface="IBM Plex Sans Arabic" charset="0"/>
                        <a:ea typeface="IBM Plex Sans Arabic" charset="0"/>
                        <a:cs typeface="IBM Plex Sans Arabic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8 من 9</a:t>
            </a:r>
            <a:endParaRPr lang="ar-SA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1800" b="1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حول هذا الملف</a:t>
            </a:r>
            <a:endParaRPr lang="ar-SA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الخطوط: يسمّي هذا العرض خطَّي IBM Plex Sans Arabic وIBM Plex Sans (رخصة SIL Open Font License 1.1) دون تضمينهما؛ يعرض البرنامج الذي لا يتوفر فيه الخطّان خطاً بديلاً.</a:t>
            </a:r>
            <a:endParaRPr lang="ar-SA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rtl="1" algn="r" indent="0" marL="0">
              <a:buNone/>
            </a:pPr>
            <a:r>
              <a:rPr lang="ar-SA" altLang="en-US" sz="1100" dirty="0">
                <a:solidFill>
                  <a:srgbClr val="1A1F36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توليفة عملية مستوحاة من سلسلة PMI للتحول المؤسسي وبوصلة برايتلاين للتحول وإدارة تحقيق المنافع من PMI؛ ومُوسَّعة بمجموعة أدوات مخصصة لنموذج التشغيل المستهدف.</a:t>
            </a:r>
            <a:endParaRPr lang="ar-SA" sz="1100" dirty="0"/>
          </a:p>
        </p:txBody>
      </p:sp>
      <p:sp>
        <p:nvSpPr>
          <p:cNvPr id="5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r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مسودة — ليس تقريراً صادراً</a:t>
            </a:r>
            <a:endParaRPr lang="ar-SA" sz="800" dirty="0"/>
          </a:p>
        </p:txBody>
      </p:sp>
      <p:sp>
        <p:nvSpPr>
          <p:cNvPr id="6" name="Text 4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rtl="1" algn="l" indent="0" marL="0">
              <a:buNone/>
            </a:pPr>
            <a:r>
              <a:rPr lang="ar-SA" altLang="en-US" sz="800" dirty="0">
                <a:solidFill>
                  <a:srgbClr val="5A6275"/>
                </a:solidFill>
                <a:latin typeface="IBM Plex Sans Arabic" pitchFamily="34" charset="0"/>
                <a:ea typeface="IBM Plex Sans Arabic" pitchFamily="34" charset="-122"/>
                <a:cs typeface="IBM Plex Sans Arabic" pitchFamily="34" charset="-120"/>
              </a:rPr>
              <a:t>الشريحة 9 من 9</a:t>
            </a:r>
            <a:endParaRPr lang="ar-SA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الحزمة التنفيذية — TR-0001</dc:title>
  <dc:subject>TR-0001 — Synthetic P2 transformation; snapshot 01a17088-3d78-75f4-b04d-99c1cbf472ba</dc:subject>
  <dc:creator>Mobily Transformation Hub</dc:creator>
  <cp:lastModifiedBy>Mobily Transformation Hub</cp:lastModifiedBy>
  <cp:revision>1</cp:revision>
  <dcterms:created xsi:type="dcterms:W3CDTF">2026-10-25T00:49:18Z</dcterms:created>
  <dcterms:modified xsi:type="dcterms:W3CDTF">2026-10-25T00:49:18Z</dcterms:modified>
</cp:coreProperties>
</file>