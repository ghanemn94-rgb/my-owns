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 (2026-09-01 – 2026-09-30)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2026-10-19 04:48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01a151d8-9239-73a8-a998-ccd00d8c6bb5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120,000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396,000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148,500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79,200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Investment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4,830,000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Overdue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Adoption indicators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pack — ROAMING</dc:title>
  <dc:subject>ROAMING — International Roaming Transformation; snapshot 01a151d8-9239-73a8-a998-ccd00d8c6bb5</dc:subject>
  <dc:creator>Mobily Transformation Hub</dc:creator>
  <cp:lastModifiedBy>Mobily Transformation Hub</cp:lastModifiedBy>
  <cp:revision>1</cp:revision>
  <dcterms:created xsi:type="dcterms:W3CDTF">2026-10-19T01:49:07Z</dcterms:created>
  <dcterms:modified xsi:type="dcterms:W3CDTF">2026-10-19T01:49:07Z</dcterms:modified>
</cp:coreProperties>
</file>