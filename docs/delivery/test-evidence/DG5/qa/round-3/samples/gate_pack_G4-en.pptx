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 — ROAMING 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2026-10-19 04:48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01a151d8-9911-768d-9c82-cfbbafc5f607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2026-06-08T07:00:00.000Z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32156255eef7a01906ea624300c77f711dddce50922f81fa8542edb164a1fac7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2026-06-10T07:00:00.000Z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بطاقات المبادرات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دراسات الجدوى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التحقق المالي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تحديد الأولويات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خريطة الطريق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المالكون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التمويل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الطاقة الاستيعابية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01a151d8-9911-768d-9c82-cfbbafc5f607</dc:subject>
  <dc:creator>Mobily Transformation Hub</dc:creator>
  <cp:lastModifiedBy>Mobily Transformation Hub</cp:lastModifiedBy>
  <cp:revision>1</cp:revision>
  <dcterms:created xsi:type="dcterms:W3CDTF">2026-10-19T01:49:19Z</dcterms:created>
  <dcterms:modified xsi:type="dcterms:W3CDTF">2026-10-19T01:49:19Z</dcterms:modified>
</cp:coreProperties>
</file>