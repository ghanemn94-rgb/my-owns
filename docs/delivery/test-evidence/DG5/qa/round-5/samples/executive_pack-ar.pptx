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 (2026-09-01 – 2026-09-30)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2026-10-21 22:02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01a15fd7-fcce-732a-aa49-82a529a24931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120,000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396,000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148,500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79,200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01a15fd7-fcce-732a-aa49-82a529a24931</dc:subject>
  <dc:creator>Mobily Transformation Hub</dc:creator>
  <cp:lastModifiedBy>Mobily Transformation Hub</cp:lastModifiedBy>
  <cp:revision>1</cp:revision>
  <dcterms:created xsi:type="dcterms:W3CDTF">2026-10-21T19:03:04Z</dcterms:created>
  <dcterms:modified xsi:type="dcterms:W3CDTF">2026-10-21T19:03:04Z</dcterms:modified>
</cp:coreProperties>
</file>