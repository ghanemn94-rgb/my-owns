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 — ROAMING 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2026-10-21 22:02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01a15fd8-02d7-7339-af93-a61fe0f1c1f2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2026-06-08T07:00:00.000Z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Mobilization: initiative cards, ranking and selection, business cases, Finance validation, funding, roadmap, owners, capacity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32156255eef7a01906ea624300c77f711dddce50922f81fa8542edb164a1fac7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2026-06-10T07:00:00.000Z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The portfolio is executable and value-backed: INI-01, INI-02 and INI-03 are ranked, selected and funded, each with a Finance-validated initiative business case, owners, approved milestones and committed capacity within the plan; Finance validated the transformation case baseline and the three formulas. Proceed to Transform. (Synthetic decision of 2026-06-10.)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بطاقات المبادرات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دراسات الجدوى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التحقق المالي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تحديد الأولويات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خريطة الطريق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المالكون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التمويل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الطاقة الاستيعابية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01a15fd8-02d7-7339-af93-a61fe0f1c1f2</dc:subject>
  <dc:creator>Mobily Transformation Hub</dc:creator>
  <cp:lastModifiedBy>Mobily Transformation Hub</cp:lastModifiedBy>
  <cp:revision>1</cp:revision>
  <dcterms:created xsi:type="dcterms:W3CDTF">2026-10-21T19:03:14Z</dcterms:created>
  <dcterms:modified xsi:type="dcterms:W3CDTF">2026-10-21T19:03:14Z</dcterms:modified>
</cp:coreProperties>
</file>