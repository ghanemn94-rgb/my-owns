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pack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pack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G1 — ROAMING G1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2026-10-18 06:13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01a14d00-1f86-74a3-af40-213cf67def36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submitted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8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Phase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status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submitted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Approver role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Sponsor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snapshot SHA-256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8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(continued)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Rationale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8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التشخيص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الخط الأساسي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Root causes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Root causes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الأسباب الجذرية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pools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pools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مجمّعات القيمة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مبررات التغيير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8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 (continued)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Initial charter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Initial charter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الميثاق الأولي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8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942198"/>
                <a:gridCol w="942198"/>
                <a:gridCol w="942198"/>
                <a:gridCol w="942198"/>
                <a:gridCol w="605699"/>
                <a:gridCol w="201899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Kind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Supports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Content revision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SHA-256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7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submitted yet: no evaluator output on record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8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8</a:t>
            </a:r>
            <a:endParaRPr lang="en-GB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8 of 8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 pack — ROAMING</dc:title>
  <dc:subject>ROAMING — International Roaming Transformation; snapshot 01a14d00-1f86-74a3-af40-213cf67def36</dc:subject>
  <dc:creator>Mobily Transformation Hub</dc:creator>
  <cp:lastModifiedBy>Mobily Transformation Hub</cp:lastModifiedBy>
  <cp:revision>1</cp:revision>
  <dcterms:created xsi:type="dcterms:W3CDTF">2026-10-18T03:13:47Z</dcterms:created>
  <dcterms:modified xsi:type="dcterms:W3CDTF">2026-10-18T03:13:47Z</dcterms:modified>
</cp:coreProperties>
</file>