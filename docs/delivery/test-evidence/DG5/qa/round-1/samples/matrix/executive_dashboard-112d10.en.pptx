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transformation dashboard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transformation dashboard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10:28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01a167a9-2bbf-76c9-baec-948e18112d10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16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zone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Asia/Riyadh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RAG policy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Default policy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16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16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16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16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16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Portfolio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16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16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16</a:t>
            </a:r>
            <a:endParaRPr lang="en-GB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10 of 16</a:t>
            </a:r>
            <a:endParaRPr lang="en-GB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</a:t>
            </a:r>
            <a:endParaRPr lang="en-GB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11 of 16</a:t>
            </a:r>
            <a:endParaRPr lang="en-GB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12 of 16</a:t>
            </a:r>
            <a:endParaRPr lang="en-GB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&amp; adoption</a:t>
            </a:r>
            <a:endParaRPr lang="en-GB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13 of 16</a:t>
            </a:r>
            <a:endParaRPr lang="en-GB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14 of 16</a:t>
            </a:r>
            <a:endParaRPr lang="en-GB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15 of 16</a:t>
            </a:r>
            <a:endParaRPr lang="en-GB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16 of 16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transformation dashboard — TR-0001</dc:title>
  <dc:subject>TR-0001 — Synthetic P2 transformation; snapshot 01a167a9-2bbf-76c9-baec-948e18112d10</dc:subject>
  <dc:creator>Mobily Transformation Hub</dc:creator>
  <cp:lastModifiedBy>Mobily Transformation Hub</cp:lastModifiedBy>
  <cp:revision>1</cp:revision>
  <dcterms:created xsi:type="dcterms:W3CDTF">2026-10-23T07:28:41Z</dcterms:created>
  <dcterms:modified xsi:type="dcterms:W3CDTF">2026-10-23T07:28:41Z</dcterms:modified>
</cp:coreProperties>
</file>