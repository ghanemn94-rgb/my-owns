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Meeting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Meeting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TR-0002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2026-11-02 — Executive SteerCo 2026-11-02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2026-10-23 10:28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01a167a9-3140-7718-8468-6a71f8a8ffbf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9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Meeting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Forum (English)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SteerCo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Forum (Arabic)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اللجنة التوجيهية التنفيذية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Scheduled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2026-11-02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Starts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2026-11-02T06:00:00.000Z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Ends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2026-11-02T07:00:00.000Z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 zone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Asia/Riyadh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Location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Meeting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Scheduled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Chair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u.11af80297f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9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Meeting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Secretary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Quorum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Present (counting for quorum)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Cut-off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2026-10-29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Held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9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64002"/>
                <a:gridCol w="566225"/>
                <a:gridCol w="1213338"/>
                <a:gridCol w="1213338"/>
                <a:gridCol w="1213338"/>
                <a:gridCol w="364002"/>
                <a:gridCol w="566225"/>
                <a:gridCol w="566225"/>
                <a:gridCol w="566225"/>
                <a:gridCol w="1213338"/>
                <a:gridCol w="56622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 type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Agenda item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Description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Presenter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Duration (minutes)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Late item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 status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Linked decision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status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ask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billing platform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Published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DEC-01 Synthetic: choose the billing platform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ask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data-centre move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9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asks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82509"/>
                <a:gridCol w="439458"/>
                <a:gridCol w="941696"/>
                <a:gridCol w="941696"/>
                <a:gridCol w="941696"/>
                <a:gridCol w="941696"/>
                <a:gridCol w="941696"/>
                <a:gridCol w="941696"/>
                <a:gridCol w="941696"/>
                <a:gridCol w="376678"/>
                <a:gridCol w="282509"/>
                <a:gridCol w="43945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Source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Linked decision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Why now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Options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Impact of delay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owner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Required by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Elements not stated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status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decision log (T16)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DEC-01 Synthetic: choose the billing platform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choose the billing platform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the vendor's offer expires this month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A. Migrate now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B. Wait for the next release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A. Migrate now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the discount is lost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u.11af80297f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2026-11-07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brief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choose the billing platform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the vendor's offer expires this month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Only one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u.11af80297f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2026-11-07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9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Linked decisions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425844"/>
                <a:gridCol w="1425844"/>
                <a:gridCol w="665394"/>
                <a:gridCol w="665394"/>
                <a:gridCol w="1425844"/>
                <a:gridCol w="570338"/>
                <a:gridCol w="1425844"/>
                <a:gridCol w="80797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choose the billing platform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decision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u.11af80297f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2026-11-07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9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523744"/>
                <a:gridCol w="2523744"/>
                <a:gridCol w="1009498"/>
                <a:gridCol w="1177747"/>
                <a:gridCol w="117774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prepare the vendor comparison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u.d56e9ce79e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Assigned in the meeting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9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9</a:t>
            </a:r>
            <a:endParaRPr lang="en-GB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9 of 9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pack — TR-0002</dc:title>
  <dc:subject>TR-0002 — Synthetic P2 transformation; snapshot 01a167a9-3140-7718-8468-6a71f8a8ffbf</dc:subject>
  <dc:creator>Mobily Transformation Hub</dc:creator>
  <cp:lastModifiedBy>Mobily Transformation Hub</cp:lastModifiedBy>
  <cp:revision>1</cp:revision>
  <dcterms:created xsi:type="dcterms:W3CDTF">2026-10-23T07:28:51Z</dcterms:created>
  <dcterms:modified xsi:type="dcterms:W3CDTF">2026-10-23T07:28:51Z</dcterms:modified>
</cp:coreProperties>
</file>