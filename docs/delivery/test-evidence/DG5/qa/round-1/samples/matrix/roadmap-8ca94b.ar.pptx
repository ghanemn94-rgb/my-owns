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خارطة الطريق بالموجات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خارطة الطريق بالموجات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 10:28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01a167a9-2b58-727b-80ab-1de1198ca94b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7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الموجات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0251"/>
                <a:gridCol w="1157681"/>
                <a:gridCol w="463072"/>
                <a:gridCol w="463072"/>
                <a:gridCol w="1157681"/>
                <a:gridCol w="1157681"/>
                <a:gridCol w="1157681"/>
                <a:gridCol w="1157681"/>
                <a:gridCol w="1157681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النهاية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البداية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الغرض (بالعربية)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الغرض (بالإنجليزية)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 (بالعربية)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 (بالإنجليزية)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الأساسي، والحوكمة، وقرارات التصميم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Baseline, governance, design decisions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0 — التعبئة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0 — Mobilize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مكاسب سريعة / تجارب / تقليل المخاطر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Quick wins / pilots / de-risking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1 — الإثبات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1 — Prove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توسيع التغييرات المُتحقق منها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Scale validated changes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2 — التوسّع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2 — Scale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الدمج في العمليات الاعتيادية / التحسين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BAU integration / optimization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3 — الترسيخ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3 — Embed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7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المبادرات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0251"/>
                <a:gridCol w="463072"/>
                <a:gridCol w="463072"/>
                <a:gridCol w="1157681"/>
                <a:gridCol w="1157681"/>
                <a:gridCol w="1157681"/>
                <a:gridCol w="1157681"/>
                <a:gridCol w="1157681"/>
                <a:gridCol w="1157681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النهاية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البداية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الهدف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قائد مسار العمل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 التنفيذي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9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7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المعالم الرئيسية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692792"/>
                <a:gridCol w="1484555"/>
                <a:gridCol w="593822"/>
                <a:gridCol w="593822"/>
                <a:gridCol w="593822"/>
                <a:gridCol w="1484555"/>
                <a:gridCol w="1484555"/>
                <a:gridCol w="148455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الفعلي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المتوقع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المعتمد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العنوان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8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7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الاعتماديات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619867"/>
                <a:gridCol w="1328286"/>
                <a:gridCol w="531315"/>
                <a:gridCol w="1328286"/>
                <a:gridCol w="619867"/>
                <a:gridCol w="1328286"/>
                <a:gridCol w="1328286"/>
                <a:gridCol w="1328286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مطلوب بحلول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الوصف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إلى 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 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8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7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7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7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خارطة الطريق بالموجات — TR-0001</dc:title>
  <dc:subject>TR-0001 — Synthetic P2 transformation; snapshot 01a167a9-2b58-727b-80ab-1de1198ca94b</dc:subject>
  <dc:creator>Mobily Transformation Hub</dc:creator>
  <cp:lastModifiedBy>Mobily Transformation Hub</cp:lastModifiedBy>
  <cp:revision>1</cp:revision>
  <dcterms:created xsi:type="dcterms:W3CDTF">2026-10-23T07:28:37Z</dcterms:created>
  <dcterms:modified xsi:type="dcterms:W3CDTF">2026-10-23T07:28:37Z</dcterms:modified>
</cp:coreProperties>
</file>