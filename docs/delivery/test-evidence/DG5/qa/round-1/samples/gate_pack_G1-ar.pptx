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2026-10-18 06:13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01a14d00-1f86-74a3-af40-213cf67def36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7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تُقدَّم بعد: لا توجد نتيجة تقييم مسجّلة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01a14d00-1f86-74a3-af40-213cf67def36</dc:subject>
  <dc:creator>Mobily Transformation Hub</dc:creator>
  <cp:lastModifiedBy>Mobily Transformation Hub</cp:lastModifiedBy>
  <cp:revision>1</cp:revision>
  <dcterms:created xsi:type="dcterms:W3CDTF">2026-10-18T03:13:47Z</dcterms:created>
  <dcterms:modified xsi:type="dcterms:W3CDTF">2026-10-18T03:13:47Z</dcterms:modified>
</cp:coreProperties>
</file>