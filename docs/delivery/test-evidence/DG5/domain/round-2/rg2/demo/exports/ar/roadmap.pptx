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 بالموجات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خارطة الطريق بالموجات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18:17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01a16e7c-d76a-722f-94f5-85e3a14265d3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115768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الأساسي، والحوكمة، وقرارات التصميم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Baseline, governance, design decisions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0 — التعبئة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0 — Mobilize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مكاسب سريعة / تجارب / تقليل المخاطر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Quick wins / pilots / de-risking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1 — الإثبات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1 — Prove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توسيع التغييرات المُتحقق منها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Scale validated changes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2 — التوسّع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2 — Scale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الدمج في العمليات الاعتيادية / التحسين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BAU integration /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3 — الترسيخ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3 — Embed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المبادرات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الهدف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قائد مسار العمل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 التنفيذي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Attach rate / activation -&gt; Revenue uplift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Pass redesign + digital activation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Complaint rate -&gt; CX + care cost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Proactive comms + QoS monitoring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Cost/MB, margin -&gt; Margin improvement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المعالم الرئيسية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92792"/>
                <a:gridCol w="1484555"/>
                <a:gridCol w="593822"/>
                <a:gridCol w="593822"/>
                <a:gridCol w="593822"/>
                <a:gridCol w="1484555"/>
                <a:gridCol w="1484555"/>
                <a:gridCol w="148455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الفعلي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المتوقع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المعتمد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العنوان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pass architecture redesigned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One-tap digital activation live in the app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QoS monitoring live for the top roaming destinations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Proactive travel notifications live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cost analytics baseline delivered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2026-09-28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usage feed live for digital activation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19867"/>
                <a:gridCol w="1328286"/>
                <a:gridCol w="531315"/>
                <a:gridCol w="1328286"/>
                <a:gridCol w="619867"/>
                <a:gridCol w="1328286"/>
                <a:gridCol w="1328286"/>
                <a:gridCol w="132828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إلى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Digital activation needs the partner usage feed from Partner optimization (synthetic).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بيانات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DEP-01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خارطة الطريق بالموجات — ROAMING</dc:title>
  <dc:subject>ROAMING — International Roaming Transformation; snapshot 01a16e7c-d76a-722f-94f5-85e3a14265d3</dc:subject>
  <dc:creator>Mobily Transformation Hub</dc:creator>
  <cp:lastModifiedBy>Mobily Transformation Hub</cp:lastModifiedBy>
  <cp:revision>1</cp:revision>
  <dcterms:created xsi:type="dcterms:W3CDTF">2026-10-24T15:17:18Z</dcterms:created>
  <dcterms:modified xsi:type="dcterms:W3CDTF">2026-10-24T15:17:18Z</dcterms:modified>
</cp:coreProperties>
</file>