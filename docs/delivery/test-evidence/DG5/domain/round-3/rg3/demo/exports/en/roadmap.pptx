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 roadmap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roadmap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 02:11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01a1702e-f29d-72c8-bb45-cd2cdaea57f6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7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Waves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1157681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0 — Mobilize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0 — التعبئة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Baseline, governance, design decisions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الأساسي، والحوكمة، وقرارات التصميم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1 — Prove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1 — الإثبات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Quick wins / pilots / de-risking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مكاسب سريعة / تجارب / تقليل المخاطر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2 — Scale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2 — التوسّع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Scale validated changes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توسيع التغييرات المُتحقق منها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3 — Embed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3 — الترسيخ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BAU integration / optimization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الدمج في العمليات الاعتيادية / التحسين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7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Initiatives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Workstream lead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Pass redesign + digital activation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Attach rate / activation -&gt; Revenue uplift (B0147, synthetic illustrative example).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2026-07-03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Proactive comms + QoS monitoring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Complaint rate -&gt; CX + care cost (B0147, synthetic illustrative example).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2026-07-03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Partner optimization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Cost/MB, margin -&gt; Margin improvement (B0147, synthetic illustrative example).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2026-07-03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7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84555"/>
                <a:gridCol w="1484555"/>
                <a:gridCol w="1484555"/>
                <a:gridCol w="593822"/>
                <a:gridCol w="593822"/>
                <a:gridCol w="593822"/>
                <a:gridCol w="1484555"/>
                <a:gridCol w="692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Title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pass architecture redesigned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One-tap digital activation live in the app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QoS monitoring live for the top roaming destinations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Proactive travel notifications live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Partner cost analytics baseline delivered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Partner usage feed live for digital activation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2026-09-28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2026-09-28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7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328286"/>
                <a:gridCol w="1328286"/>
                <a:gridCol w="1328286"/>
                <a:gridCol w="619867"/>
                <a:gridCol w="1328286"/>
                <a:gridCol w="531315"/>
                <a:gridCol w="1328286"/>
                <a:gridCol w="6198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From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Needed by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Digital activation needs the partner usage feed from Partner optimization (synthetic).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7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7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7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roadmap — ROAMING</dc:title>
  <dc:subject>ROAMING — International Roaming Transformation; snapshot 01a1702e-f29d-72c8-bb45-cd2cdaea57f6</dc:subject>
  <dc:creator>Mobily Transformation Hub</dc:creator>
  <cp:lastModifiedBy>Mobily Transformation Hub</cp:lastModifiedBy>
  <cp:revision>1</cp:revision>
  <dcterms:created xsi:type="dcterms:W3CDTF">2026-10-24T23:11:28Z</dcterms:created>
  <dcterms:modified xsi:type="dcterms:W3CDTF">2026-10-24T23:11:28Z</dcterms:modified>
</cp:coreProperties>
</file>