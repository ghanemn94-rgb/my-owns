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02:16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01a17033-287c-768c-9294-d2c3b555b1c1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Attach rate / activation -&gt; Revenue uplift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Pass redesign + digital activation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Complaint rate -&gt; CX + care cost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comms + QoS monitoring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Cost/MB, margin -&gt; Margin improvement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pass architecture redesigned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One-tap digital activation live in the app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QoS monitoring live for the top roaming destinations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travel notifications live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cost analytics baseline delivered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2026-09-28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usage feed live for digital activation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Digital activation needs the partner usage feed from Partner optimization (synthetic).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بيانات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DEP-01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ROAMING</dc:title>
  <dc:subject>ROAMING — International Roaming Transformation; snapshot 01a17033-287c-768c-9294-d2c3b555b1c1</dc:subject>
  <dc:creator>Mobily Transformation Hub</dc:creator>
  <cp:lastModifiedBy>Mobily Transformation Hub</cp:lastModifiedBy>
  <cp:revision>1</cp:revision>
  <dcterms:created xsi:type="dcterms:W3CDTF">2026-10-24T23:16:04Z</dcterms:created>
  <dcterms:modified xsi:type="dcterms:W3CDTF">2026-10-24T23:16:04Z</dcterms:modified>
</cp:coreProperties>
</file>