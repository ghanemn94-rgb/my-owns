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ROAMING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2026-10-18 02:36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01a14c39-3c24-75c9-b415-f52755714119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7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تُقدَّم بعد: لا توجد نتيجة تقييم مسجّلة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01a14c39-3c24-75c9-b415-f52755714119</dc:subject>
  <dc:creator>Mobily Transformation Hub</dc:creator>
  <cp:lastModifiedBy>Mobily Transformation Hub</cp:lastModifiedBy>
  <cp:revision>1</cp:revision>
  <dcterms:created xsi:type="dcterms:W3CDTF">2026-10-17T23:36:25Z</dcterms:created>
  <dcterms:modified xsi:type="dcterms:W3CDTF">2026-10-17T23:36:25Z</dcterms:modified>
</cp:coreProperties>
</file>